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Digital Twin-Driven Deep Reinforcement Learning</a:t>
            </a:r>
            <a:br/>
            <a:r>
              <a:t>for Energy-Aware CNC Milling Parameter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9900"/>
                </a:solidFill>
                <a:latin typeface="Calibri"/>
              </a:defRPr>
            </a:pPr>
            <a:r>
              <a:t>ME6324, AI in Manufacturing  |  Course Project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Abhinand  •  Department of Mechanical Engineering  •  IIT Madras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  <a:latin typeface="Calibri"/>
              </a:defRPr>
            </a:pPr>
            <a:r>
              <a:t>Git Revision: d76603b  •  All results reproducible from committed artifacts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Problem: Dynamic Cutting Parameter Optimization in CNC Face Milling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Choose spindle speed (n), feed (f_r), depth of cut (a_p) pass-by-pass to balance: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🎯 Productivity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Maximize Material Removal Rate: MRR = v_c · a_p · f_r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6324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Energy Efficiency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54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Minimize total electrical energy per part (idle + cutting)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📏 Surface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2062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Finished roughness R_a ≤ 1.6 μm (ISO 1302)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🔧 Tool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2578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Flank wear V_B ≤ 0.3 mm; avoid catastrophic breakage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0000"/>
                </a:solidFill>
                <a:latin typeface="Calibri"/>
              </a:defRPr>
            </a:pPr>
            <a:r>
              <a:t>Traditional fixed parameters from handbooks cannot adapt to tool wear, material variation, or geometry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Approach: Physics-Grounded Digital Twin + Deep RL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🏭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Speed-dependent cutting energy: k_c(v_c) = k_c0 (v_c/v_ref)^m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Extended Taylor tool wear, anchored on a published tool life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Empirical surface roughness regression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Stochastic tool breakage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Domain randomization per episode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🤖 DRL Agent (PPO)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One Gymnasium environment for a part, one for a batch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Energy-aware reward: 100·(w₁·MRR − w₂·Energy) + progress − penalties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Conditioned policy: one model covers the full frontier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PPO with VecNormalize, 4 parallel envs, CPU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🔬 Experimental Rigor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100-scenario Monte Carlo with 95% CIs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Ablation: 7 energy weights × 3 seeds, weight pinned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 classical baselines (incl. receding-horizon)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Robustness: 3 regimes against the controller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Batch: one tool cuts ten parts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Transfer experiment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Full reproducibility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Positioning Against the Reference Papers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2377440"/>
                <a:gridCol w="2468880"/>
                <a:gridCol w="2103120"/>
              </a:tblGrid>
              <a:tr h="25321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 et al. (2025)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J. Manuf. Process 156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Wang et al. (2025a)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J. Manuf. Syst. 78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This Work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Dynamic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wear in the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Roughness 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 as an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Speed-dependent k_c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Domain randomization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Conditioned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Transfer experiment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Robustness vs 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1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Monte Carlo (100 scenarios)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5322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Interactive workstation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Mo et al.: PPO over a mixed action space (tool change + parameters); the state carries V_B, breakage and R_a; objectives are quality and efficiency.</a:t>
            </a:r>
            <a:br/>
            <a:r>
              <a:t>Wang et al.: MATD3 for batch milling; objectives are dimensional quality and machining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9900"/>
                </a:solidFill>
                <a:latin typeface="Calibri"/>
              </a:defRPr>
            </a:pPr>
            <a:r>
              <a:t>Key differentiator: neither reference treats energy as an objective. The speed-dependent k_c is what creates a genuine energy/throughput trade-off, and one conditioned policy covers the whole frontier in a single run. None of the three carries a Taylor wear model, so the wear coefficient here is anchored on a published tool life.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Digital Twin Physics (MillingDT/config/physics.py)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Cutting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25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v_c = π D n / 1000  [m/min]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3852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Material Removal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842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MRR = v_c · a_p · f_r  [mm³/min]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96896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Flank Wear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64261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ΔV_B = C_wear · v_c^α · f_r^β · a_p^γ · t_cut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55264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00984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Surface Roughness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30098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R_a = k₁ f_r² + k₂ V_B + k₃ / v_c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13632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Specific Cutting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9593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k_c(v_c) = k_c0 (v_c / v_ref)^m  ← KEY: creates trade-off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Total Power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6177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P_total = P_idle + k_c(v_c) · MRR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3036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2760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Energy per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2760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E_pass = P_total · t_cut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E6F0FA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💡 Key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With m=0.6: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Cutting energy RISES with speed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Idle energy FALLS with speed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Part energy has INTERIOR MINIMUM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Energy weight w₂ selects operating point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Without it (m=0): both objectives push to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MAX speed → no trade-off at all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Wear: C_wear = 1.0e-2, anchored on 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published tool life (about 9 parts per tool)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Validated by a unit test on the part energy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One Gymnasium Environment: MillingDTEnv-v1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State &amp;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Two registrations: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MillingDTEnv-v1 (env.ENV_ID), 200-step limit, 11-D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MillingDTBatchEnv-v1 (env.BATCH_ENV_ID), 13-D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The weight and the material are inputs, not tasks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Observation (11-D, always the same shape):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0-7: V_B, κ_rem, prev n, f_r, a_p, MRR/MRR_max,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R_a, tool-broken flag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8-10: the context: w₂, C_wear [0.6,1.4], k₁ [0.8,1.2]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Action: continuous [-1,1]³ → clipped → machine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Reward &amp; Randomization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Reward per step: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r = 100·(w₁·MRR/MRR_max − w₂·E_pass/E_ref)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+ 20·Δ(stock removed)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− 50·1[V_B &gt; V_B_safe] − 100·1[broken]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− 50·1[finishing pass ∧ R_a &gt; R_a_safe] − 0.05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+200 for a part finished in spec, +≤5 Pareto margin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w₁ = 1 − w₂; safety limits 0.255 mm and 1.36 μm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breakage p = 0.3·wear factor·(load factor)² above 0.15 mm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THE SCALE IS A DESIGN DECISION: the objective term is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worth about 50 points per part, a quarter of a part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Domain Randomization (--randomize):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Workpiece: κ_total [2,15], D [40,150], L_cut [50,200]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Material/Tool: C_wear [0.6,1.4]×, k₁,k₂,k₃ [0.8,1.2]× nominal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Initial wear: V_B0 ~ U[0, 0.8]·V_B_max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Energy weight drawn U[0,1] per episode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Same tables for training + Monte Carlo eval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E_ref recomputed per scenario from its own D, L_cut, k_c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Reinforcement Learning: PPO (Stable-Baselines3)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486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</a:tblGrid>
              <a:tr h="419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MlpPolicy (2×256 hidden)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3×10⁻⁴ (linear schedule)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γ (discount)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GAE 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Clip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Entropy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0.02 (keeps the policy exploring)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VecNormalize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norm_obs=True, norm_reward=True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Envs / Device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 (SubprocVecEnv) / CPU (2.5× faster than GPU)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Training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1️⃣ Production policy: 1M steps, seed 42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--randomize --randomize-weight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→ results/run_PPO_seed42/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2️⃣ Ablation grid: 7 weights × 3 seeds = 21 policies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w₂ ∈ {0.0, 0.2, 0.4, 0.5, 0.6, 0.8, 1.0}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seeds {42, 43, 44}, 150k steps each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weight PINNED at training, evaluated at that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same weight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3️⃣ Batch-aware policy: 1M steps on MillingDTBatchEnv-v1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4️⃣ Noisy-measurement policy: 1M steps, --obs-noise 0.05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Heartbeat callback: queue signal every 1000 steps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stall detection in run_experiments.py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Results: Production Policy, Monte Carlo Sweep (100 Scenarios)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6035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97280"/>
                <a:gridCol w="1097280"/>
                <a:gridCol w="118872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550.7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[1499.2, 1717.8]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Energy/part (kJ)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[56.9, 75.9]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Cycle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[10.1, 12.8]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R_a (μm)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[1.575, 1.645]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V_B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[0.1274, 0.1540]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0" y="12801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1371600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viol., worst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[45.2, 64.8]%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viol., finished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[0.2, 7.8]%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above safety limit, worst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[80.4, 93.6]%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above safety limit, finished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[0.2, 7.8]%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Flank wear violations (V_B &gt;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breakage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[1.3, 10.7]%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Parts completed in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✅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 much more aggressive operator than under the old reward: 1608.5 mm³/min against 1205.2, and 11.4 s per part against 20.3 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price is paid in the tool and in the part quality: 6.0% tool breakage and 4.0% of the finished surfaces outside the roughness limit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roughing passes are rough: 87% of the worst passes are above the safety margin, 55% above the hard limit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Wear is not the binding constraint on a single part (0% violations, mean 0.1407 mm); it binds on the aggregate of a batch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Mean operating point: 7907 RPM, 0.318 mm/r, 2.07 mm, 4.0 passes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Energy Weight Ablation: Empirical Pareto Frontier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03120"/>
                <a:gridCol w="1828800"/>
                <a:gridCol w="1554480"/>
                <a:gridCol w="1554480"/>
                <a:gridCol w="1371600"/>
                <a:gridCol w="1828800"/>
              </a:tblGrid>
              <a:tr h="30861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 (RPM)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f_r (mm/r)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Frontier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1397.1±14.8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70.4±0.1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1456.9±14.6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70.0±0.1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1524.9±40.2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69.3±0.2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1556.6±9.7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69.1±0.2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1519.8±36.4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68.3±0.4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1224.4±11.3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63.0±0.2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918.5±14.9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57.2±0.2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📊 Frontier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From w₂ = 0.5 to w₂ = 1.0 the removal rate falls 41% (1557 → 919 mm³/min) and the energy falls 17% (69.1 → 57.2 kJ): the trade-off is asymmetric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energy is bought with a lot of removal rate, and with time (12.7 → 20.1 s); the spindle speed falls with the weight (7859 → 5382 RPM)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Dominated points (w₂ = 0.0, 0.2, 0.4) remove less for more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Each policy has its weight pinned at training and evaluated at that same weight; 3 seeds, 50 scenarios each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Ablation Frontier: Removal Rate against Energy</a:t>
            </a:r>
          </a:p>
        </p:txBody>
      </p:sp>
      <p:pic>
        <p:nvPicPr>
          <p:cNvPr id="4" name="Picture 3" descr="ablation_pareto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45" y="1143000"/>
            <a:ext cx="11359661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559552"/>
            <a:ext cx="11247120" cy="1024128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9900"/>
                </a:solidFill>
                <a:latin typeface="Calibri"/>
              </a:defRPr>
            </a:pPr>
            <a:r>
              <a:t>How to read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6188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Seven pinned-weight policies, three seeds each. The four non-dominated points are joined into the frontier: w₂ = 0.5, 0.6, 0.8 and 1.0, and the three dominated points sit off it. Left: the energy of a part. Right: the energy of a pass, which the reward charges.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One Policy Against 21 Policies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80160"/>
          <a:ext cx="107899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737360"/>
                <a:gridCol w="1737360"/>
                <a:gridCol w="1371600"/>
                <a:gridCol w="1737360"/>
                <a:gridCol w="1737360"/>
                <a:gridCol w="1463040"/>
              </a:tblGrid>
              <a:tr h="30861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MRR, one 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MRR, per 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Energy, one 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Energy, per 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−2.9%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1456.9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−6.1%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1524.9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−4.2%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1630.3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1556.6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−4.4%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1540.8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−4.0%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1224.4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−8.0%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918.5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−9.7%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🎯 Result (the previous claim has reversed)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Over the weights from 0.0 to 0.6 the single policy removes 1.4% to 5.6% more material for 2.9% to 6.1% less energy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At w₂ = 0.8 and w₂ = 1.0 it is behind by 9.0% and 21.6% of the removal rate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weight in the observation is a weaker signal than a dedicated policy where the trade-off is steepest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same policy swept at runtime: MRR 1475.9 (w₂ = 0.0) → 720.4 (w₂ = 1.0), energy 68.4 → 51.7 kJ, spindle 8000 → 4111 RPM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Baseline Comparison (50 Episodes, Nominal Condition, w₂ = 0.4)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280160"/>
          <a:ext cx="9875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011680"/>
                <a:gridCol w="182880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NSGA-II 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 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253.5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725.5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19.0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6.7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 safe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−1882.9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385.7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768.0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Same 50 episodes of the nominal condition for all six policies, at w₂ = 0.4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Three of the four static policies finish outside the roughness safety limit (1.56 μm against 1.36 μm): no completion bonus, the finishing penalty, so they land near zero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Constant-Safe stays inside the limit (0.26 μm) but needs 768 s and 385.7 kJ per part: −1882.9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Receding-horizon is the strongest baseline, +253.5, and the only classical policy that finishes every part in spec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It pays for that with throughput: 725.5 mm³/min and 6.7 s against 1099.6 mm³/min and 4.3 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Policy Comparison: Six Policies, Same 50 Episodes</a:t>
            </a:r>
          </a:p>
        </p:txBody>
      </p:sp>
      <p:pic>
        <p:nvPicPr>
          <p:cNvPr id="4" name="Picture 3" descr="baseline_vs_pp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40" y="1143000"/>
            <a:ext cx="10817271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559552"/>
            <a:ext cx="11247120" cy="1024128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9900"/>
                </a:solidFill>
                <a:latin typeface="Calibri"/>
              </a:defRPr>
            </a:pPr>
            <a:r>
              <a:t>How to read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6188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 three fast static policies land near zero: they finish outside the roughness safety limit, so they are paid no completion bonus and are charged the finishing penalty. Constant-Safe stays inside but needs 768 s and 385.7 kJ per part. The comparison that matters is the receding-horizon controller against the learned policy, the only two with a positive reward.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Robustness Against the Classical Controller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1556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005840"/>
                <a:gridCol w="914400"/>
                <a:gridCol w="1097280"/>
                <a:gridCol w="914400"/>
                <a:gridCol w="914400"/>
                <a:gridCol w="1005840"/>
                <a:gridCol w="914400"/>
              </a:tblGrid>
              <a:tr h="37882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kJ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Broken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Controller has every 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1318.2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/>
                </a:tc>
              </a:tr>
              <a:tr h="37882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233.6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79.7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1608.5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66.4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Material model is wrong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/>
                </a:tc>
              </a:tr>
              <a:tr h="37882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226.9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88.3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1604.2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66.3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11.5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Wear measurement is noisy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91%</a:t>
                      </a:r>
                    </a:p>
                  </a:txBody>
                  <a:tcPr/>
                </a:tc>
              </a:tr>
              <a:tr h="37882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 trained with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1554.2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0690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Same 100 randomized scenarios at w₂ = 0.4 in every row. The regime changes what the CONTROLLER is given, not what the policy is given.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26280"/>
            <a:ext cx="11247120" cy="196596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9900"/>
                </a:solidFill>
                <a:latin typeface="Calibri"/>
              </a:defRPr>
            </a:pPr>
            <a:r>
              <a:t>🎯 The central result of the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Inside a perfect digital twin the controller wins on the reward (248.9 against 233.6) and the gap of 15 is inside the noise: the standard error of the mean is about 8 for both arms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The learned policy is the better throughput operator: 22% more material per minute, a third less time, 3.7% less energy, at twice the tool breakage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The advantage appears where the controller's information advantage disappears: a wrong model of the material (63.5 against 226.9) and a noisy wear measurement (181.3 against 213.6)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Batch Against the Part: One Tool, Ten Parts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463040"/>
                <a:gridCol w="1005840"/>
                <a:gridCol w="1463040"/>
                <a:gridCol w="1463040"/>
                <a:gridCol w="1463040"/>
                <a:gridCol w="1737360"/>
              </a:tblGrid>
              <a:tr h="3886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Batch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Reward/part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 changes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Batch time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Batch 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PPO, batch 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1772.3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632.7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PPO, per 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655.7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Receding-horizon, per 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1859.9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692.0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108960"/>
            <a:ext cx="11247120" cy="3200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How to read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 batch is ten parts cut with one tool. The tool is replaced when it breaks or reaches its wear limit, and the replacement costs 500 reward units against the 200 a finished part is worth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observation is the eleven features of the part plus the tool life left and the fraction of the batch still to cut (MillingDTBatchEnv-v1, 13-D)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batch context is worth 8% fewer tool changes and 3.5% less energy at the same completion: 0.767 tool changes against 0.833, and 632.7 kJ against 655.7 kJ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per-part controller gets the highest batch reward, 1859.9, and buys it with the machine time: 207.5 s for the batch against the batch-aware policy's 113.8 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It solves one part at a time, so it cannot price a tool change against the parts that follow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Controller Initialization: Method and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0000"/>
                </a:solidFill>
                <a:latin typeface="Calibri"/>
              </a:defRPr>
            </a:pPr>
            <a:r>
              <a:t>Question: does a policy that starts from the controller end up better than the expert it started from?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029200" cy="448056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1. Record the controller on 2000 episodes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2. Fit a supervised actor (2x256, Tanh) by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regression on those trajectories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3. Copy the fitted weights into a fresh PPO policy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4. Train with the production budget (1M steps),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evaluate on 100 scenarios at w₂ = 0.4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MillingDT/agent/controller_init.py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experiments/controller_experiment.py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720" y="173736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71600"/>
                <a:gridCol w="128016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controller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PPO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scratch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PPO initialized</a:t>
                      </a:r>
                    </a:p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controller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Mean episode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119.8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Reward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178.7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1318.2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1274.9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 per part (kJ)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81.5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Cycle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42.6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 viol., finished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Flank wear violations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9%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breakage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Parts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760720" y="5166360"/>
            <a:ext cx="5943600" cy="105156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5257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9900"/>
                </a:solidFill>
                <a:latin typeface="Calibri"/>
              </a:defRPr>
            </a:pPr>
            <a:r>
              <a:t>Same 100 scenarios, same energy weight w₂ = 0.4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56235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The initialized arm is the only one that exceeds the flank wear limit (9%)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Controller Initialization: What It Shows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532120" cy="32918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9900"/>
                </a:solidFill>
                <a:latin typeface="Calibri"/>
              </a:defRPr>
            </a:pPr>
            <a:r>
              <a:t>The initialization is now harmful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initialized policy scores 119.8 against the from-scratch policy's 233.6, a gap of 113.8, more than fourteen times the standard error of the mean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clone starts the policy at the controller's conservative operating point, and with the wear constraint binding that conservatism is expensive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It cuts a part in 42.6 s against 17.1 s and 11.4 s, and spends 81.5 kJ against 66.4 kJ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It is the only arm that exceeds the flank wear limit (9%)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532120" cy="329184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The result reversed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earlier revision found the initialization harmless: it made the policy more consistent and did not change the reward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That was the reward not counting the cost of the slow operating point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With the throughput counted, the initialization is what the measurement says it is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What stays is the record and clone machinery, not the initialization itself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754880"/>
            <a:ext cx="11292840" cy="1463040"/>
          </a:xfrm>
          <a:prstGeom prst="rect">
            <a:avLst/>
          </a:prstGeom>
          <a:solidFill>
            <a:srgbClr val="E6F0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What the work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The learned policy does not beat a model-based controller on the objective inside a perfect digital twin. It is the better throughput operator, and its advantage appears where the controller's information advantage disappears.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Controller Initialization: The Three Arms</a:t>
            </a:r>
          </a:p>
        </p:txBody>
      </p:sp>
      <p:pic>
        <p:nvPicPr>
          <p:cNvPr id="4" name="Picture 3" descr="controller_vs_p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436" y="1143000"/>
            <a:ext cx="7552080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559552"/>
            <a:ext cx="11247120" cy="1024128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9900"/>
                </a:solidFill>
                <a:latin typeface="Calibri"/>
              </a:defRPr>
            </a:pPr>
            <a:r>
              <a:t>How to read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6188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Six panels at slide size, so the values are in the table. The initialized arm sits 114 points below the from-scratch arm on the reward, and its spread of 178.7 is more than twice the spread of the other two: the initialization does not buy consistency any more, it buys variance.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Transfer Experiment: Cross-Material Adaptation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80000"/>
                </a:solidFill>
                <a:latin typeface="Calibri"/>
              </a:defRPr>
            </a:pPr>
            <a:r>
              <a:t>🎯 Target material (harder alloy, same machine): k₁ × 1.25, k₂ × 1.30, C_wear × 2.0. The source policy was trained for 300,000 steps on the nominal material; the adaptation budget on the target is 50,000 steps.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828800"/>
                <a:gridCol w="201168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R_a violations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(worst pass)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R_a violations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(finished surface)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Parts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policy,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86.7%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policy, fine tuned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86.7%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Trained on the target from scratch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86.7%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Production policy, zero shot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190.1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10.0%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90.0%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⚠ How to read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production policy was trained across a distribution of materials with the material context in its observation, so the harder material is inside its training distribution and it needs no adaptation at all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It scores the highest reward (190.1) and completes 90.0% of the parts; its worst pass violates the roughness limit in every scenario, and its finished surface in 10.0% of them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Adaptation repairs the roughness and costs more than it gains: fine tuning the nominal-trained policy for 50,000 steps, or training on the target from scratch, both cut the worst-pass violations to a quarter and land at 101.9 against the source policy's 168.5 zero shot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target alloy wears the tool twice as fast, and a policy that slows down for that trades away more throughput than it gains in specification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Interactive Digital Twin Workstation (Streamlit)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📐 2D Stock Depletion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Cylindrical billet cross-section; pass-by-pass cutout; remaining κ, a_p; tool engagement diagram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📊 Micro-Topography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Feed-mark cusp profile: y_cusp(x) ≈ x²/(8r_ε) + noise; ISO 1302 R_a overlay with 1.6 μm ceiling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9184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📝 G-Code Generator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ISO 6983 Fanuc/Siemens compliant; emits exact PPO parameter sequence; tool/diameter aware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⚔️ Multi-Controller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389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Side-by-side: PPO vs NSGA-II vs Rule-Based vs Constant-High; live telemetry overlay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Cached Loading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949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@st.cache_resource loads 1M-step PPO model once per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  <a:latin typeface="Calibri"/>
              </a:defRPr>
            </a:pPr>
            <a:r>
              <a:t>Launch:  streamlit run app.py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Software Engineering: Reproducibility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Architecture &amp;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Architecture: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MillingDT/  →  config, env (part + batch), agent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(controller init), baselines, sim, utils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experiments/ →  train, eval, ablation, baselines,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transfer, controller, robustness, batch,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pipeline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viz/         →  shared plotting utilities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results/     →  one directory per run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Reproducibility: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Global seeding (Python, NumPy, PyTorch, CUDA)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Shared scenario tables (train = eval)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experiments/summarize_results.py regenerates RESULTS.md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All randomness deterministic given seed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Centralized constants and paths (MillingDT/config/)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Test Coverage &amp;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Testing (45 tests):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24 env tests: clipping, truncation, soft norm, 11-D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observation, constants, overrides, energy norm, Gym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checker, randomization, scenario scales, context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(weight, material, belief), observation noise, speed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dependence, energy minimum, reward golden values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11 batch env tests: the 13-D observation, the tool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life and the batch left, the wear carried over, the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tool change, the batch reward, the seeded reproducibility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5 integration, 3 callback, 2 training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Code Quality: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No unused imports (AST verified)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Conventional commits, clean git history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Discussion: What Worked, Limitations,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✅ What Worked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Speed-dependent k_c creates genuine trade-off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The reward scale decides the operating point: 50 points per part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Domain randomization → 94% completion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One policy covers the range, ahead over w₂ = 0.0 to 0.6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Training across materials makes the adaptation unnecessary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Receding-horizon = strong, fair baseline (184.3 → 248.9)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Robustness: the advantage appears where the controller's information runs out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Batch context: 8% fewer tool changes, 3.5% less energy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6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⚠️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Inside a perfect twin the controller is ahead: 248.9 against 233.6, and the gap is inside the noise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The learned policy is the better throughput operator, at twice the tool breakage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Initializing from the controller is now harmful: 119.8 against 233.6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The reward scale is a design decision, and the comparison is sensitive to it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The wear tool life varies by only a factor of a few across the envelope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Ablation uses 150k steps/weight (vs 1M production)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Sim-only, no real machine calibration yet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🚀 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Sensitivity of the comparison to the reward scale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Compare against a restricted controller (is the gap an information gap?)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Sim-to-real: calibrate on machine data, add noise/delay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True multi-objective RL (Pareto-conditioned, hypervolume)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Online adaptation: runtime w₂ optimizer for energy budget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Batch-level planning: optimize the whole batch, not a part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Deploy on edge hardware for real-time control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4712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🏭 Digital Twin: speed-dependent cutting energy, tool wear, roughness, breakage; the wear coefficient is anchored on a published tool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75688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🤖 Two environments: the part (11-D) and the batch of ten parts cut with one tool (13-D), both with domain randomization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59736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📊 One production policy (1M steps): the energy weight is a runtime query, not a retrain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43784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🔬 Monte Carlo (100 scenarios, 95% CIs), ablation frontier, sweep against the 21 per-weight policies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27832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⚔️ Five classical baselines on the same 50 episodes; the receding-horizon controller is the strongest at +253.5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🛡️ Robustness: the controller leads inside a perfect twin (248.9 against 233.6), and collapses to 63.5 and 181.3; the policy holds at 226.9 and 213.6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📦 Batch: the batch context is worth 8% fewer tool changes and 3.5% less energy; the per-part controller needs 207.5 s against 113.8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79976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🧬 Controller init: the result reversed, the initialization is now harmful (119.8 against 233.6)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64024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🔄 Transfer: the production policy needs no adaptation; the nominal-trained one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148072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🖥️ Interactive workstation and full reproducibility: every result table from committed artifacts by one script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928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C9900"/>
                </a:solidFill>
                <a:latin typeface="Calibri"/>
              </a:defRPr>
            </a:pPr>
            <a:r>
              <a:t>Key Scientific Finding: The speed-dependent specific cutting energy creates a genuine energy/throughput trade-off. Across the frontier the removal rate falls 41% while the energy of the part falls 17%, and one conditioned policy reaches that whole frontier at runtime. Against a model-based controller the claim is narrow: inside a perfect digital twin the controller wins on the reward, the learned policy wins on throughput, and its advantage appears where the controller's information advantage disappears.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Reproducibility: All Commands Run from Project Root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978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197864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pytest tests/ -v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95044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41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Production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504188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experiments.train_rl --steps 1000000 --seed 42 --randomize --randomize-weight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01368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105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One pinned weight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810512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experiments.train_rl --steps 150000 --seed 42 --randomize --w2 0.6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7692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168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Noisy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16836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experiments.train_rl --obs-noise 0.05 --run-name PPO_noisystate_seed42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14016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423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Batch policy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42316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experiments.train_rl --env-id MillingDTBatchEnv-v1 --run-name PPO_batch_seed42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20340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7294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Ablation grid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729484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experiments.train_rl_ablation --steps 150000 --scenarios 50 --slots 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26664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358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Monte Carlo 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035808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--scenarios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32988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421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Weight sweep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342132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--sweep-weight --scenarios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639312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484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Compare with per-weight policies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648456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--compare-only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945636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9547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Classical baselines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95478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experiments.run_baselines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251960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26110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Transfer experiment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261104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experiments.transfer_experiment 300000 50000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558284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5674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Controller initialization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4567428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experiments.controller_experiment 1000000 2000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864608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8737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Robustness experiment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873752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experiments.robustness_experiment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170932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1800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Batch experiment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4720" y="5180076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experiments.batch_experiment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477256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486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Regenerate RESULTS.md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548640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experiments.summarize_results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783580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7927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Launch workstation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5792724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089904"/>
            <a:ext cx="11247120" cy="29260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0990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Full pipeline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6099048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python -m experiments.run_pipeline --steps 1000000 --ablation_steps 150000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C990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Repository: G:/My Drive/IITM/AI in Mfg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4C8DC"/>
                </a:solidFill>
                <a:latin typeface="Calibri"/>
              </a:defRPr>
            </a:pPr>
            <a:r>
              <a:t>All code, data, results, and documentation in 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9900"/>
                </a:solidFill>
                <a:latin typeface="Calibri"/>
              </a:defRPr>
            </a:pPr>
            <a:r>
              <a:t>ME6324, AI in Manufacturing  •  IIT Madras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